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1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11/26/2021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11/26/2021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11/26/2021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>HUNGRY HUNGRY YE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A GAME BY MICHAL&amp;SCOTT STUDIOS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73EE42-BEFE-4892-8EB3-48895DD05F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9" r="15803"/>
          <a:stretch/>
        </p:blipFill>
        <p:spPr>
          <a:xfrm>
            <a:off x="7327165" y="1427956"/>
            <a:ext cx="4191000" cy="400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5C002EE5-E4FF-463C-8DAA-9AC0B6D407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29" name="Rectangle 22">
            <a:extLst>
              <a:ext uri="{FF2B5EF4-FFF2-40B4-BE49-F238E27FC236}">
                <a16:creationId xmlns:a16="http://schemas.microsoft.com/office/drawing/2014/main" id="{F5380E9A-163E-4576-BCDD-0A450B7E9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9943" y="237744"/>
            <a:ext cx="7652977" cy="6382512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88DDEF77-9746-4D83-91F9-442A2487E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710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9295F-E638-4F61-AFE2-CF3E4055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751" y="642594"/>
            <a:ext cx="6718433" cy="17465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ELEVATOR PITCH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DD49A-83E8-4218-9E11-F2D267A7D9ED}"/>
              </a:ext>
            </a:extLst>
          </p:cNvPr>
          <p:cNvSpPr txBox="1"/>
          <p:nvPr/>
        </p:nvSpPr>
        <p:spPr>
          <a:xfrm>
            <a:off x="4740751" y="2088345"/>
            <a:ext cx="67773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A catch type game set in the glamorous city of Paris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Hungry Kanye collecting food falling from the top of the Eiffel Tower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Feast as much as possible, testing your reaction speed and awareness to the highest degree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57673D-1720-4CC8-8C7E-888446CA1B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04" t="-2469" r="6606" b="286"/>
          <a:stretch/>
        </p:blipFill>
        <p:spPr>
          <a:xfrm>
            <a:off x="571910" y="1369557"/>
            <a:ext cx="3409958" cy="348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1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5C002EE5-E4FF-463C-8DAA-9AC0B6D407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592090-A846-4B40-8998-CF8118CFA63A}"/>
              </a:ext>
            </a:extLst>
          </p:cNvPr>
          <p:cNvSpPr/>
          <p:nvPr/>
        </p:nvSpPr>
        <p:spPr>
          <a:xfrm>
            <a:off x="218826" y="660400"/>
            <a:ext cx="7261474" cy="55372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D095AC-BFE4-4531-BFF1-5850FBBF9415}"/>
              </a:ext>
            </a:extLst>
          </p:cNvPr>
          <p:cNvSpPr/>
          <p:nvPr/>
        </p:nvSpPr>
        <p:spPr>
          <a:xfrm>
            <a:off x="393699" y="850916"/>
            <a:ext cx="6893307" cy="51625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E2AD1B2-4305-47EA-8946-287FCC2A2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952500"/>
            <a:ext cx="6718433" cy="17465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GAMEPLAY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DESCRIPTION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B78649-4923-4431-9A5A-302E2FE0E8AD}"/>
              </a:ext>
            </a:extLst>
          </p:cNvPr>
          <p:cNvSpPr txBox="1"/>
          <p:nvPr/>
        </p:nvSpPr>
        <p:spPr>
          <a:xfrm>
            <a:off x="533400" y="2602206"/>
            <a:ext cx="65787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Collect all sorts of Kanye’s favourite foods – from Croissants to McDonald’s</a:t>
            </a:r>
            <a:br>
              <a:rPr lang="en-IE" dirty="0">
                <a:latin typeface="Arial Black" panose="020B0A04020102020204" pitchFamily="34" charset="0"/>
              </a:rPr>
            </a:b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Avoid other things dropping from the Eiffel Tower above.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Background music – medleys based off of Kanye’s discography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04DD5BF-0617-4AC1-A13B-28696D10A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468" y="3429000"/>
            <a:ext cx="3998833" cy="2999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FC78463-8393-489B-B3A5-531B81F02C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229" y="413402"/>
            <a:ext cx="3903309" cy="260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896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86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Black</vt:lpstr>
      <vt:lpstr>Avenir Next LT Pro</vt:lpstr>
      <vt:lpstr>Avenir Next LT Pro Light</vt:lpstr>
      <vt:lpstr>Garamond</vt:lpstr>
      <vt:lpstr>SavonVTI</vt:lpstr>
      <vt:lpstr>HUNGRY HUNGRY YE</vt:lpstr>
      <vt:lpstr>ELEVATOR PITCH</vt:lpstr>
      <vt:lpstr>GAMEPLAY DESCRIPTION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2021-11-26T10:29:54Z</dcterms:created>
  <dcterms:modified xsi:type="dcterms:W3CDTF">2021-11-26T10:45:35Z</dcterms:modified>
</cp:coreProperties>
</file>