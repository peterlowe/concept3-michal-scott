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088CB3-D3E9-46DC-98F9-5E1A2DD5FF79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D1673-AE27-4FA4-AA46-A28F871C07C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35200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1EE7-7A48-49DE-87FC-D35990D42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7FB4A-8EC8-48EF-8478-864B5A189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6E1B7-4760-4A9D-A9E2-34F70BE3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A790C-0434-47DB-826D-D88F750C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DEF00-9F43-429B-9B8F-FA05037B0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531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CBFF8-B47F-4C84-B007-AB3DFEEB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CA07F-B6C9-49A3-BDD5-773C8E5C5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AFD9E-ECF5-4653-BA77-1B3E89B5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33C8E-323E-4E54-BA5B-7AE9B28F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3B1B0-E040-43D4-A813-1A8FA705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08618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B143A-ACEC-4F8A-82B0-2459C1FE0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89278-9D02-4460-A5B8-EF67529C4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F2A02-AAB6-4408-BC66-A2EF7E569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A8318-B60D-4877-A85D-E50B54CD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22CE-1A47-4FFA-B83F-A3566C12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5548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FB235-3AFB-49EC-83EE-E2D709090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D163-8278-4D15-A760-147FAA546C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E33EF-77CD-491E-B973-82F4AACE0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034C0-1BF9-4328-90E1-ACAAAEF51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46FA5-CDC1-45E1-8A01-014F6BE6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579BE-0DC7-4869-942F-08EE039C0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9968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C95E-4458-479B-89E8-80B0F424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5CF2C4-35B7-4022-B262-20515FA24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C7833-FF8A-4792-8E44-FCB000722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D3A294-6553-4D44-87D0-34AC24670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F2F05-BCA8-47A1-9DCF-C0783ADB89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B3A3F3-4C15-4247-B8AC-A6634121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8ECBB-280C-467D-A031-5859AD8F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885235-821A-4DFC-9C83-AD6BC56E8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59214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A6F62-1A70-4892-A4B7-E804C6CEA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67CCCF-7E5A-4919-B623-0F6AED634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171322-E479-473A-A47D-2919BAC36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B4B3C2-4703-4F39-8DBF-22B63663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8792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E6E681-5DD7-4D4A-AC5A-F2626ED8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B46D7-0626-4B0D-A670-316E7ED5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6DCEA1-6D91-4BC4-B8D7-5A63CBC3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9963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50199-6A17-4CE4-976A-DC9540BC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8FAFE-EC32-4C27-8BD1-D172BE6DB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69F4F-CD81-49D0-91C2-3DE525227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2B165-F467-42F5-9374-4B063E885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35008-AF66-4C16-B820-70DAE8361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9318A-C1C0-4659-A8C6-EC9375CB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43954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1E84-0232-48DB-97BD-380D74307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B2A23A-34C7-4AAD-814C-98AB89CF2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6BF52-07C8-49B6-A7D6-7130E656C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C5A28-40C6-455B-911C-FA65D78A7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9DFF7-5EB0-4421-B9A6-85DD0AF2F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5E79F-DD26-4CF4-9AF7-FF7CF75A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81772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AF3B-4918-4BD2-A083-2F21AE05A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FD356-F451-4D25-9C38-9FD893372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17684-EC01-4548-84F2-BAC6952F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B2EEB-1059-4E3F-A4CB-DBC271A6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5FC21-64C8-42F4-AADA-8FA228B6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27720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0F9CD8-B9B9-473E-A936-EE2E521F3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BDFBA-EF57-4DA9-8DE5-B3130FF66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21E57-72EC-4D70-8657-4954AB9C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EC789-78A1-47A3-A26B-31C447DF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02B25-EC05-4588-81FD-00A26F8A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97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45AEF-7CA2-404C-8004-7D928EE1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D70D9-1B3E-40F3-9431-EB94F3A49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CD6AC-949D-4BC1-A93F-683E2508B6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DC509-E5D7-43DE-A6D1-8FD779C9C836}" type="datetimeFigureOut">
              <a:rPr lang="en-IE" smtClean="0"/>
              <a:t>26/11/2021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602B8C-082F-43BC-823C-73D57122A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605D4-5737-4D4D-825E-021ACC98A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ABE77-3229-4AD6-B0A2-DC729D8404A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8461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E0D703-B78D-4650-8798-FDA023EC3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590" y="0"/>
            <a:ext cx="4019550" cy="67818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530490-2E09-4727-BE9E-E3339000A7CF}"/>
              </a:ext>
            </a:extLst>
          </p:cNvPr>
          <p:cNvSpPr txBox="1"/>
          <p:nvPr/>
        </p:nvSpPr>
        <p:spPr>
          <a:xfrm>
            <a:off x="335860" y="437322"/>
            <a:ext cx="515509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E" sz="4000" dirty="0">
                <a:latin typeface="Arial Black" panose="020B0A04020102020204" pitchFamily="34" charset="0"/>
                <a:ea typeface="Artifakt Element" panose="020B0503050000020004" pitchFamily="34" charset="0"/>
              </a:rPr>
              <a:t>PILLARS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0BE40-473C-413E-8684-6184709DF15C}"/>
              </a:ext>
            </a:extLst>
          </p:cNvPr>
          <p:cNvSpPr txBox="1"/>
          <p:nvPr/>
        </p:nvSpPr>
        <p:spPr>
          <a:xfrm>
            <a:off x="335860" y="1577008"/>
            <a:ext cx="5155096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Every time catch ten items the rate at which they drop increases by .0000005.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Must avoid Drakes CLB album covers or be reset to 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Catch the ¥ to earn 2 points.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Beat the max score of 1,000,000 and win a free pair of </a:t>
            </a:r>
            <a:r>
              <a:rPr lang="en-IE" dirty="0" err="1">
                <a:latin typeface="Arial Black" panose="020B0A04020102020204" pitchFamily="34" charset="0"/>
              </a:rPr>
              <a:t>yeezys</a:t>
            </a:r>
            <a:r>
              <a:rPr lang="en-IE" dirty="0">
                <a:latin typeface="Arial Black" panose="020B0A04020102020204" pitchFamily="34" charset="0"/>
              </a:rPr>
              <a:t>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30626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0DAE-8C0B-4830-B268-5034334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87779" cy="1367422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E" sz="4000" dirty="0">
                <a:latin typeface="Arial Black" panose="020B0A04020102020204" pitchFamily="34" charset="0"/>
              </a:rPr>
              <a:t>FEATURES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DF16981D-6CA8-495B-8D3B-93CABA903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184" y="1253331"/>
            <a:ext cx="6221566" cy="435133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F4EBB5-558F-40B8-BEF3-F194806D10E3}"/>
              </a:ext>
            </a:extLst>
          </p:cNvPr>
          <p:cNvSpPr txBox="1"/>
          <p:nvPr/>
        </p:nvSpPr>
        <p:spPr>
          <a:xfrm>
            <a:off x="838200" y="2145630"/>
            <a:ext cx="448777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Real Kanye West including face and Voice Acting.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Features the hit song </a:t>
            </a:r>
            <a:r>
              <a:rPr lang="en-IE" dirty="0" err="1">
                <a:latin typeface="Arial Black" panose="020B0A04020102020204" pitchFamily="34" charset="0"/>
              </a:rPr>
              <a:t>Homies</a:t>
            </a:r>
            <a:r>
              <a:rPr lang="en-IE" dirty="0">
                <a:latin typeface="Arial Black" panose="020B0A04020102020204" pitchFamily="34" charset="0"/>
              </a:rPr>
              <a:t> in Paris.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Unlock new characters by earning in game currency from playing.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Unlockable characters include,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dirty="0">
                <a:latin typeface="Arial Black" panose="020B0A04020102020204" pitchFamily="34" charset="0"/>
              </a:rPr>
              <a:t>Travis Scott and Kim </a:t>
            </a:r>
            <a:r>
              <a:rPr lang="en-IE" dirty="0" err="1">
                <a:latin typeface="Arial Black" panose="020B0A04020102020204" pitchFamily="34" charset="0"/>
              </a:rPr>
              <a:t>Kardashain</a:t>
            </a:r>
            <a:r>
              <a:rPr lang="en-IE">
                <a:latin typeface="Arial Black" panose="020B0A04020102020204" pitchFamily="34" charset="0"/>
              </a:rPr>
              <a:t>.</a:t>
            </a:r>
            <a:endParaRPr lang="en-IE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2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90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Artifakt Element</vt:lpstr>
      <vt:lpstr>Calibri</vt:lpstr>
      <vt:lpstr>Calibri Light</vt:lpstr>
      <vt:lpstr>Office Theme</vt:lpstr>
      <vt:lpstr>PowerPoint Presentation</vt:lpstr>
      <vt:lpstr>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(Student) - Scott Mitchell</dc:creator>
  <cp:lastModifiedBy>(Student) - Scott Mitchell</cp:lastModifiedBy>
  <cp:revision>2</cp:revision>
  <dcterms:created xsi:type="dcterms:W3CDTF">2021-11-26T10:40:23Z</dcterms:created>
  <dcterms:modified xsi:type="dcterms:W3CDTF">2021-11-26T10:55:10Z</dcterms:modified>
</cp:coreProperties>
</file>