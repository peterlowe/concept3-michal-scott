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73" r:id="rId1"/>
  </p:sldMasterIdLst>
  <p:sldIdLst>
    <p:sldId id="257" r:id="rId2"/>
    <p:sldId id="258" r:id="rId3"/>
    <p:sldId id="259" r:id="rId4"/>
    <p:sldId id="256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712" autoAdjust="0"/>
    <p:restoredTop sz="94660"/>
  </p:normalViewPr>
  <p:slideViewPr>
    <p:cSldViewPr snapToGrid="0">
      <p:cViewPr varScale="1">
        <p:scale>
          <a:sx n="76" d="100"/>
          <a:sy n="76" d="100"/>
        </p:scale>
        <p:origin x="69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04DB13E-F722-4ED6-BB00-556651E9528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11" name="Rectangle 10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15" name="Rectangle 14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E26428D7-C6F3-473D-A360-A3F5C3E8728C}"/>
              </a:ext>
            </a:extLst>
          </p:cNvPr>
          <p:cNvGrpSpPr/>
          <p:nvPr/>
        </p:nvGrpSpPr>
        <p:grpSpPr>
          <a:xfrm>
            <a:off x="5250180" y="1267730"/>
            <a:ext cx="1691640" cy="615934"/>
            <a:chOff x="5250180" y="1267730"/>
            <a:chExt cx="1691640" cy="615934"/>
          </a:xfrm>
        </p:grpSpPr>
        <p:cxnSp>
          <p:nvCxnSpPr>
            <p:cNvPr id="17" name="Straight Connector 16"/>
            <p:cNvCxnSpPr/>
            <p:nvPr/>
          </p:nvCxnSpPr>
          <p:spPr>
            <a:xfrm>
              <a:off x="525018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694182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5250180" y="1883664"/>
              <a:ext cx="1691640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29103" y="2244830"/>
            <a:ext cx="8933796" cy="2437232"/>
          </a:xfrm>
        </p:spPr>
        <p:txBody>
          <a:bodyPr tIns="45720" bIns="45720" anchor="ctr">
            <a:normAutofit/>
          </a:bodyPr>
          <a:lstStyle>
            <a:lvl1pPr algn="ctr">
              <a:lnSpc>
                <a:spcPct val="83000"/>
              </a:lnSpc>
              <a:defRPr lang="en-US" sz="6800" b="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29101" y="4682062"/>
            <a:ext cx="8936846" cy="457201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800" spc="80" baseline="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0" name="Date Placeholder 19"/>
          <p:cNvSpPr>
            <a:spLocks noGrp="1"/>
          </p:cNvSpPr>
          <p:nvPr>
            <p:ph type="dt" sz="half" idx="10"/>
          </p:nvPr>
        </p:nvSpPr>
        <p:spPr>
          <a:xfrm>
            <a:off x="5318760" y="1341256"/>
            <a:ext cx="1554480" cy="485546"/>
          </a:xfrm>
        </p:spPr>
        <p:txBody>
          <a:bodyPr/>
          <a:lstStyle>
            <a:lvl1pPr algn="ctr">
              <a:defRPr sz="1300" spc="0" baseline="0">
                <a:solidFill>
                  <a:srgbClr val="FFFFFF"/>
                </a:solidFill>
                <a:latin typeface="+mn-lt"/>
              </a:defRPr>
            </a:lvl1pPr>
          </a:lstStyle>
          <a:p>
            <a:fld id="{EA0C0817-A112-4847-8014-A94B7D2A4EA3}" type="datetime1">
              <a:rPr lang="en-US" smtClean="0"/>
              <a:t>11/26/2021</a:t>
            </a:fld>
            <a:endParaRPr lang="en-US" dirty="0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1"/>
          </p:nvPr>
        </p:nvSpPr>
        <p:spPr>
          <a:xfrm>
            <a:off x="1629100" y="5177408"/>
            <a:ext cx="5730295" cy="228600"/>
          </a:xfrm>
        </p:spPr>
        <p:txBody>
          <a:bodyPr/>
          <a:lstStyle>
            <a:lvl1pPr algn="l"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2"/>
          </p:nvPr>
        </p:nvSpPr>
        <p:spPr>
          <a:xfrm>
            <a:off x="8606920" y="5177408"/>
            <a:ext cx="1955980" cy="22860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77701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2B432-ACDA-4023-A761-2BAB76577B62}" type="datetime1">
              <a:rPr lang="en-US" smtClean="0"/>
              <a:t>11/26/2021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37087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0A4A1889-E37C-4EC3-9E41-9DAD221CF38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3" name="Rectangle 22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24" name="Rectangle 23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30" name="Rectangle 29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9156" y="2275165"/>
            <a:ext cx="8933688" cy="2406895"/>
          </a:xfrm>
        </p:spPr>
        <p:txBody>
          <a:bodyPr anchor="ctr">
            <a:normAutofit/>
          </a:bodyPr>
          <a:lstStyle>
            <a:lvl1pPr algn="ctr">
              <a:lnSpc>
                <a:spcPct val="83000"/>
              </a:lnSpc>
              <a:defRPr lang="en-US" sz="680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1683EB04-C23E-490C-A1A6-030CF79D23C8}"/>
              </a:ext>
            </a:extLst>
          </p:cNvPr>
          <p:cNvGrpSpPr/>
          <p:nvPr/>
        </p:nvGrpSpPr>
        <p:grpSpPr>
          <a:xfrm>
            <a:off x="5250180" y="1267730"/>
            <a:ext cx="1691640" cy="615934"/>
            <a:chOff x="5250180" y="1267730"/>
            <a:chExt cx="1691640" cy="615934"/>
          </a:xfrm>
        </p:grpSpPr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F8A84C03-E1CA-4A4E-81D6-9BB0C335B7A0}"/>
                </a:ext>
              </a:extLst>
            </p:cNvPr>
            <p:cNvCxnSpPr/>
            <p:nvPr/>
          </p:nvCxnSpPr>
          <p:spPr>
            <a:xfrm>
              <a:off x="525018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4A26FB5A-D5D1-4DAB-AC43-7F51A7F2D197}"/>
                </a:ext>
              </a:extLst>
            </p:cNvPr>
            <p:cNvCxnSpPr/>
            <p:nvPr/>
          </p:nvCxnSpPr>
          <p:spPr>
            <a:xfrm>
              <a:off x="694182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49303F14-E560-4C02-94F4-B4695FE26813}"/>
                </a:ext>
              </a:extLst>
            </p:cNvPr>
            <p:cNvCxnSpPr/>
            <p:nvPr/>
          </p:nvCxnSpPr>
          <p:spPr>
            <a:xfrm>
              <a:off x="5250180" y="1883664"/>
              <a:ext cx="1691640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29156" y="4682062"/>
            <a:ext cx="8939784" cy="457200"/>
          </a:xfrm>
        </p:spPr>
        <p:txBody>
          <a:bodyPr anchor="t">
            <a:normAutofit/>
          </a:bodyPr>
          <a:lstStyle>
            <a:lvl1pPr marL="0" indent="0" algn="ctr">
              <a:buNone/>
              <a:tabLst>
                <a:tab pos="2633663" algn="l"/>
              </a:tabLst>
              <a:defRPr sz="1800">
                <a:solidFill>
                  <a:schemeClr val="tx1">
                    <a:lumMod val="95000"/>
                    <a:lumOff val="5000"/>
                  </a:schemeClr>
                </a:solidFill>
                <a:effectLst/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318760" y="1344502"/>
            <a:ext cx="1554480" cy="498781"/>
          </a:xfrm>
        </p:spPr>
        <p:txBody>
          <a:bodyPr/>
          <a:lstStyle>
            <a:lvl1pPr algn="ctr">
              <a:defRPr lang="en-US" sz="1300" kern="1200" spc="0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</a:lstStyle>
          <a:p>
            <a:fld id="{D9C646AA-F36E-4540-911D-FFFC0A0EF24A}" type="datetime1">
              <a:rPr lang="en-US" smtClean="0"/>
              <a:t>11/26/2021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629157" y="5177408"/>
            <a:ext cx="5660134" cy="228600"/>
          </a:xfrm>
        </p:spPr>
        <p:txBody>
          <a:bodyPr/>
          <a:lstStyle>
            <a:lvl1pPr algn="l"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04504" y="5177408"/>
            <a:ext cx="1958339" cy="22860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60714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6800" y="2103120"/>
            <a:ext cx="466344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61760" y="2103120"/>
            <a:ext cx="466344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86D26-FA5F-4637-B602-B7C2DC34CFD4}" type="datetime1">
              <a:rPr lang="en-US" smtClean="0"/>
              <a:t>11/26/2021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46721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074334"/>
            <a:ext cx="4663440" cy="640080"/>
          </a:xfrm>
        </p:spPr>
        <p:txBody>
          <a:bodyPr anchor="ctr">
            <a:normAutofit/>
          </a:bodyPr>
          <a:lstStyle>
            <a:lvl1pPr marL="0" indent="0" algn="l">
              <a:spcBef>
                <a:spcPts val="0"/>
              </a:spcBef>
              <a:buNone/>
              <a:defRPr sz="1900" b="1" i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92472"/>
            <a:ext cx="4663440" cy="3163825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58712" y="2074334"/>
            <a:ext cx="4663440" cy="640080"/>
          </a:xfrm>
        </p:spPr>
        <p:txBody>
          <a:bodyPr anchor="ctr">
            <a:normAutofit/>
          </a:bodyPr>
          <a:lstStyle>
            <a:lvl1pPr marL="0" indent="0" algn="l">
              <a:spcBef>
                <a:spcPts val="0"/>
              </a:spcBef>
              <a:buNone/>
              <a:defRPr sz="1900" b="1">
                <a:solidFill>
                  <a:schemeClr val="tx1"/>
                </a:solidFill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58712" y="2792471"/>
            <a:ext cx="4663440" cy="3164509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7F15D8-96D1-4781-BC50-CA8A088B2FE4}" type="datetime1">
              <a:rPr lang="en-US" smtClean="0"/>
              <a:t>11/26/2021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99607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A96C99-B8F8-4528-BD05-0E16E943DC09}" type="datetime1">
              <a:rPr lang="en-US" smtClean="0"/>
              <a:t>11/26/2021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74131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36942-C211-4B28-8DBD-C953E00AF71B}" type="datetime1">
              <a:rPr lang="en-US" smtClean="0"/>
              <a:t>11/26/2021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72471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D5E1BBF9-8BEF-4353-BA68-30AAF9EBD8D8}"/>
              </a:ext>
            </a:extLst>
          </p:cNvPr>
          <p:cNvSpPr/>
          <p:nvPr/>
        </p:nvSpPr>
        <p:spPr>
          <a:xfrm>
            <a:off x="8119870" y="237744"/>
            <a:ext cx="3826596" cy="6382512"/>
          </a:xfrm>
          <a:prstGeom prst="rect">
            <a:avLst/>
          </a:prstGeom>
          <a:solidFill>
            <a:schemeClr val="bg1">
              <a:lumMod val="8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B941C21-2A5D-4912-AB06-1BB0C0EB6AE1}"/>
              </a:ext>
            </a:extLst>
          </p:cNvPr>
          <p:cNvSpPr/>
          <p:nvPr/>
        </p:nvSpPr>
        <p:spPr>
          <a:xfrm>
            <a:off x="8254660" y="374904"/>
            <a:ext cx="3557016" cy="6108192"/>
          </a:xfrm>
          <a:prstGeom prst="rect">
            <a:avLst/>
          </a:prstGeom>
          <a:noFill/>
          <a:ln w="63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58200" y="607392"/>
            <a:ext cx="3161963" cy="1645920"/>
          </a:xfrm>
        </p:spPr>
        <p:txBody>
          <a:bodyPr anchor="b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3200" b="0" kern="1200" cap="none" spc="0" baseline="0" dirty="0">
                <a:solidFill>
                  <a:schemeClr val="tx1"/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609600"/>
            <a:ext cx="6858000" cy="5334000"/>
          </a:xfrm>
        </p:spPr>
        <p:txBody>
          <a:bodyPr/>
          <a:lstStyle>
            <a:lvl1pPr>
              <a:defRPr sz="19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58200" y="2336800"/>
            <a:ext cx="3161963" cy="3606800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800"/>
              </a:spcBef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>
          <a:xfrm>
            <a:off x="5588000" y="6035040"/>
            <a:ext cx="1955800" cy="36576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7E8D12A6-918A-48BD-8CB9-CA713993B0EA}" type="datetime1">
              <a:rPr lang="en-US" smtClean="0"/>
              <a:t>11/26/2021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685801" y="6035040"/>
            <a:ext cx="4584700" cy="365760"/>
          </a:xfrm>
        </p:spPr>
        <p:txBody>
          <a:bodyPr/>
          <a:lstStyle>
            <a:lvl1pPr algn="l">
              <a:defRPr/>
            </a:lvl1pPr>
          </a:lstStyle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>
          <a:xfrm>
            <a:off x="10396728" y="6035040"/>
            <a:ext cx="1223435" cy="36576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86021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687CA98-D9C7-497F-A1DA-7D22F8753BCE}"/>
              </a:ext>
            </a:extLst>
          </p:cNvPr>
          <p:cNvSpPr/>
          <p:nvPr/>
        </p:nvSpPr>
        <p:spPr>
          <a:xfrm>
            <a:off x="8119870" y="237744"/>
            <a:ext cx="3826596" cy="6382512"/>
          </a:xfrm>
          <a:prstGeom prst="rect">
            <a:avLst/>
          </a:prstGeom>
          <a:solidFill>
            <a:schemeClr val="bg1">
              <a:lumMod val="8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28599" y="237744"/>
            <a:ext cx="7696201" cy="6382512"/>
          </a:xfr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662337" y="6035040"/>
            <a:ext cx="2071963" cy="365760"/>
          </a:xfrm>
        </p:spPr>
        <p:txBody>
          <a:bodyPr/>
          <a:lstStyle>
            <a:lvl1pPr>
              <a:defRPr b="1">
                <a:solidFill>
                  <a:srgbClr val="FFFFFF"/>
                </a:solidFill>
                <a:effectLst>
                  <a:outerShdw blurRad="19050" dist="635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fld id="{E778CE86-875F-4587-BCF6-FA054AFC0D53}" type="datetime1">
              <a:rPr lang="en-US" smtClean="0"/>
              <a:pPr/>
              <a:t>11/26/2021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12648" y="6035040"/>
            <a:ext cx="4588002" cy="365760"/>
          </a:xfrm>
        </p:spPr>
        <p:txBody>
          <a:bodyPr/>
          <a:lstStyle>
            <a:lvl1pPr marL="0" algn="r" defTabSz="914400" rtl="0" eaLnBrk="1" latinLnBrk="0" hangingPunct="1">
              <a:defRPr lang="en-US" sz="1000" b="1" kern="1200" dirty="0">
                <a:solidFill>
                  <a:srgbClr val="FFFFFF"/>
                </a:solidFill>
                <a:effectLst>
                  <a:outerShdw blurRad="19050" dist="6350" dir="2700000" algn="tl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</a:lstStyle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396728" y="6035040"/>
            <a:ext cx="1225296" cy="365760"/>
          </a:xfrm>
        </p:spPr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8B3D8CC-BB13-41A5-8F34-B8E84A4F9534}"/>
              </a:ext>
            </a:extLst>
          </p:cNvPr>
          <p:cNvSpPr/>
          <p:nvPr/>
        </p:nvSpPr>
        <p:spPr>
          <a:xfrm>
            <a:off x="8254660" y="374904"/>
            <a:ext cx="3557016" cy="6108192"/>
          </a:xfrm>
          <a:prstGeom prst="rect">
            <a:avLst/>
          </a:prstGeom>
          <a:noFill/>
          <a:ln w="63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77250" y="603504"/>
            <a:ext cx="3144774" cy="1645920"/>
          </a:xfrm>
        </p:spPr>
        <p:txBody>
          <a:bodyPr anchor="b">
            <a:noAutofit/>
          </a:bodyPr>
          <a:lstStyle>
            <a:lvl1pPr algn="l">
              <a:lnSpc>
                <a:spcPct val="100000"/>
              </a:lnSpc>
              <a:defRPr sz="3200" b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77250" y="2386584"/>
            <a:ext cx="3144774" cy="3511296"/>
          </a:xfrm>
        </p:spPr>
        <p:txBody>
          <a:bodyPr>
            <a:normAutofit/>
          </a:bodyPr>
          <a:lstStyle>
            <a:lvl1pPr marL="0" indent="0" algn="l">
              <a:lnSpc>
                <a:spcPct val="110000"/>
              </a:lnSpc>
              <a:spcBef>
                <a:spcPts val="800"/>
              </a:spcBef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82230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4F40B7-36AB-4376-BE14-EF7004D79BB9}" type="datetime1">
              <a:rPr lang="en-US" smtClean="0"/>
              <a:t>11/26/2021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33299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1600" y="762000"/>
            <a:ext cx="2362200" cy="5257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762000"/>
            <a:ext cx="8077200" cy="525780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87CAB8-DCAE-46A5-AADA-B3FAD11A54E0}" type="datetime1">
              <a:rPr lang="en-US" smtClean="0"/>
              <a:t>11/26/2021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00734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E94681D-2A4C-4A8D-B9B5-31D440D0328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chemeClr val="bg1">
              <a:lumMod val="75000"/>
              <a:alpha val="60000"/>
            </a:schemeClr>
          </a:solidFill>
          <a:ln w="6350" cap="flat" cmpd="sng" algn="ctr">
            <a:noFill/>
            <a:prstDash val="solid"/>
          </a:ln>
          <a:effectLst>
            <a:softEdge rad="0"/>
          </a:effectLst>
        </p:spPr>
      </p:sp>
      <p:sp>
        <p:nvSpPr>
          <p:cNvPr id="8" name="Rectangle 7"/>
          <p:cNvSpPr/>
          <p:nvPr/>
        </p:nvSpPr>
        <p:spPr>
          <a:xfrm>
            <a:off x="371856" y="374904"/>
            <a:ext cx="11448288" cy="6108192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85000"/>
                <a:lumOff val="15000"/>
              </a:schemeClr>
            </a:solidFill>
            <a:prstDash val="solid"/>
            <a:miter lim="800000"/>
          </a:ln>
          <a:effectLst/>
        </p:spPr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103120"/>
            <a:ext cx="10058400" cy="38496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56794" y="6035040"/>
            <a:ext cx="2893045" cy="365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F6FA2B21-3FCD-4721-B95C-427943F61125}" type="datetime1">
              <a:rPr lang="en-US" smtClean="0"/>
              <a:t>11/26/2021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66800" y="6035040"/>
            <a:ext cx="5816600" cy="365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8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87000" y="6035040"/>
            <a:ext cx="838200" cy="365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15776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65" r:id="rId5"/>
    <p:sldLayoutId id="2147483671" r:id="rId6"/>
    <p:sldLayoutId id="2147483672" r:id="rId7"/>
    <p:sldLayoutId id="2147483662" r:id="rId8"/>
    <p:sldLayoutId id="2147483663" r:id="rId9"/>
    <p:sldLayoutId id="2147483664" r:id="rId10"/>
    <p:sldLayoutId id="2147483666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4000" i="0" kern="1200" cap="none" spc="0" baseline="0" dirty="0"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n-ea"/>
          <a:cs typeface="+mn-cs"/>
        </a:defRPr>
      </a:lvl1pPr>
    </p:titleStyle>
    <p:bodyStyle>
      <a:lvl1pPr marL="182880" indent="-182880" algn="l" defTabSz="914400" rtl="0" eaLnBrk="1" latinLnBrk="0" hangingPunct="1">
        <a:lnSpc>
          <a:spcPct val="110000"/>
        </a:lnSpc>
        <a:spcBef>
          <a:spcPts val="900"/>
        </a:spcBef>
        <a:spcAft>
          <a:spcPts val="0"/>
        </a:spcAft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3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fabric, table, red, covered&#10;&#10;Description automatically generated">
            <a:extLst>
              <a:ext uri="{FF2B5EF4-FFF2-40B4-BE49-F238E27FC236}">
                <a16:creationId xmlns:a16="http://schemas.microsoft.com/office/drawing/2014/main" id="{6D3BA21E-E6C8-4E14-8E53-C5DF567E9DF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0" y="10"/>
            <a:ext cx="12191979" cy="6857990"/>
          </a:xfrm>
          <a:prstGeom prst="rect">
            <a:avLst/>
          </a:prstGeom>
        </p:spPr>
      </p:pic>
      <p:sp>
        <p:nvSpPr>
          <p:cNvPr id="64" name="Rectangle 59">
            <a:extLst>
              <a:ext uri="{FF2B5EF4-FFF2-40B4-BE49-F238E27FC236}">
                <a16:creationId xmlns:a16="http://schemas.microsoft.com/office/drawing/2014/main" id="{2644B391-9BFE-445C-A9EC-F544BB85FB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37329" y="1808532"/>
            <a:ext cx="5452527" cy="3240936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 w="6350" cap="sq" cmpd="sng" algn="ctr">
            <a:noFill/>
            <a:prstDash val="solid"/>
            <a:miter lim="800000"/>
          </a:ln>
          <a:effectLst/>
        </p:spPr>
      </p:sp>
      <p:sp>
        <p:nvSpPr>
          <p:cNvPr id="65" name="Rectangle 61">
            <a:extLst>
              <a:ext uri="{FF2B5EF4-FFF2-40B4-BE49-F238E27FC236}">
                <a16:creationId xmlns:a16="http://schemas.microsoft.com/office/drawing/2014/main" id="{80F26E69-87D9-4655-AE7B-280A87AA3C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03272" y="1975104"/>
            <a:ext cx="5120640" cy="2907792"/>
          </a:xfrm>
          <a:prstGeom prst="rect">
            <a:avLst/>
          </a:prstGeom>
          <a:noFill/>
          <a:ln w="6350" cap="sq" cmpd="sng" algn="ctr">
            <a:solidFill>
              <a:schemeClr val="tx1"/>
            </a:solidFill>
            <a:prstDash val="solid"/>
            <a:miter lim="800000"/>
          </a:ln>
          <a:effectLst>
            <a:softEdge rad="0"/>
          </a:effectLst>
        </p:spPr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8C3B467-088C-4F3D-A9A7-105C4E1E20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76055" y="2350017"/>
            <a:ext cx="4775075" cy="1630906"/>
          </a:xfrm>
        </p:spPr>
        <p:txBody>
          <a:bodyPr>
            <a:normAutofit/>
          </a:bodyPr>
          <a:lstStyle/>
          <a:p>
            <a:r>
              <a:rPr lang="en-US" sz="4400" dirty="0">
                <a:solidFill>
                  <a:schemeClr val="tx1"/>
                </a:solidFill>
                <a:latin typeface="Arial Black" panose="020B0A04020102020204" pitchFamily="34" charset="0"/>
              </a:rPr>
              <a:t>HUNGRY HUNGRY YE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8722DDC-8EEE-4A06-8DFE-B44871EAA2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76055" y="3990546"/>
            <a:ext cx="4775075" cy="559656"/>
          </a:xfrm>
        </p:spPr>
        <p:txBody>
          <a:bodyPr>
            <a:normAutofit fontScale="92500" lnSpcReduction="20000"/>
          </a:bodyPr>
          <a:lstStyle/>
          <a:p>
            <a:r>
              <a:rPr lang="en-US" dirty="0">
                <a:solidFill>
                  <a:schemeClr val="tx1"/>
                </a:solidFill>
                <a:latin typeface="Arial Black" panose="020B0A04020102020204" pitchFamily="34" charset="0"/>
              </a:rPr>
              <a:t>A GAME BY MICHAL&amp;SCOTT STUDIOS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673EE42-BEFE-4892-8EB3-48895DD05F07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349" r="15803"/>
          <a:stretch/>
        </p:blipFill>
        <p:spPr>
          <a:xfrm>
            <a:off x="7327165" y="1427956"/>
            <a:ext cx="4191000" cy="4002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669318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icture containing fabric, table, red, covered&#10;&#10;Description automatically generated">
            <a:extLst>
              <a:ext uri="{FF2B5EF4-FFF2-40B4-BE49-F238E27FC236}">
                <a16:creationId xmlns:a16="http://schemas.microsoft.com/office/drawing/2014/main" id="{5C002EE5-E4FF-463C-8DAA-9AC0B6D407F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10"/>
            <a:ext cx="12191979" cy="6857990"/>
          </a:xfrm>
          <a:prstGeom prst="rect">
            <a:avLst/>
          </a:prstGeom>
        </p:spPr>
      </p:pic>
      <p:sp>
        <p:nvSpPr>
          <p:cNvPr id="29" name="Rectangle 22">
            <a:extLst>
              <a:ext uri="{FF2B5EF4-FFF2-40B4-BE49-F238E27FC236}">
                <a16:creationId xmlns:a16="http://schemas.microsoft.com/office/drawing/2014/main" id="{F5380E9A-163E-4576-BCDD-0A450B7E90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79943" y="237744"/>
            <a:ext cx="7652977" cy="6382512"/>
          </a:xfrm>
          <a:prstGeom prst="rect">
            <a:avLst/>
          </a:prstGeom>
          <a:solidFill>
            <a:schemeClr val="bg1">
              <a:alpha val="9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0" name="Rectangle 24">
            <a:extLst>
              <a:ext uri="{FF2B5EF4-FFF2-40B4-BE49-F238E27FC236}">
                <a16:creationId xmlns:a16="http://schemas.microsoft.com/office/drawing/2014/main" id="{88DDEF77-9746-4D83-91F9-442A2487E6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17103" y="374904"/>
            <a:ext cx="7340156" cy="6108192"/>
          </a:xfrm>
          <a:prstGeom prst="rect">
            <a:avLst/>
          </a:prstGeom>
          <a:noFill/>
          <a:ln w="6350" cap="sq">
            <a:solidFill>
              <a:schemeClr val="tx1">
                <a:lumMod val="65000"/>
                <a:lumOff val="3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2C9295F-E638-4F61-AFE2-CF3E405560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40751" y="642594"/>
            <a:ext cx="6718433" cy="1746504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Arial Black" panose="020B0A04020102020204" pitchFamily="34" charset="0"/>
              </a:rPr>
              <a:t>ELEVATOR PITCH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77DD49A-83E8-4218-9E11-F2D267A7D9ED}"/>
              </a:ext>
            </a:extLst>
          </p:cNvPr>
          <p:cNvSpPr txBox="1"/>
          <p:nvPr/>
        </p:nvSpPr>
        <p:spPr>
          <a:xfrm>
            <a:off x="4740751" y="2088345"/>
            <a:ext cx="6777333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IE" dirty="0">
              <a:latin typeface="Arial Black" panose="020B0A040201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E" dirty="0">
              <a:latin typeface="Arial Black" panose="020B0A040201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E" dirty="0">
              <a:latin typeface="Arial Black" panose="020B0A040201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E" dirty="0">
                <a:latin typeface="Arial Black" panose="020B0A04020102020204" pitchFamily="34" charset="0"/>
              </a:rPr>
              <a:t>A catch type game set in the glamorous city of Paris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E" dirty="0">
              <a:latin typeface="Arial Black" panose="020B0A040201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E" dirty="0">
                <a:latin typeface="Arial Black" panose="020B0A04020102020204" pitchFamily="34" charset="0"/>
              </a:rPr>
              <a:t>Hungry Kanye collecting food falling from the top of the Eiffel Tower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E" dirty="0">
              <a:latin typeface="Arial Black" panose="020B0A040201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E" dirty="0">
                <a:latin typeface="Arial Black" panose="020B0A04020102020204" pitchFamily="34" charset="0"/>
              </a:rPr>
              <a:t>Feast as much as possible, testing your reaction speed and awareness to the highest degree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457673D-1720-4CC8-8C7E-888446CA1B2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404" t="-2469" r="6606" b="286"/>
          <a:stretch/>
        </p:blipFill>
        <p:spPr>
          <a:xfrm>
            <a:off x="571910" y="1369557"/>
            <a:ext cx="3409958" cy="3481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60103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icture containing fabric, table, red, covered&#10;&#10;Description automatically generated">
            <a:extLst>
              <a:ext uri="{FF2B5EF4-FFF2-40B4-BE49-F238E27FC236}">
                <a16:creationId xmlns:a16="http://schemas.microsoft.com/office/drawing/2014/main" id="{5C002EE5-E4FF-463C-8DAA-9AC0B6D407F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10"/>
            <a:ext cx="12191979" cy="6857990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9E592090-A846-4B40-8998-CF8118CFA63A}"/>
              </a:ext>
            </a:extLst>
          </p:cNvPr>
          <p:cNvSpPr/>
          <p:nvPr/>
        </p:nvSpPr>
        <p:spPr>
          <a:xfrm>
            <a:off x="218826" y="660400"/>
            <a:ext cx="7261474" cy="5537200"/>
          </a:xfrm>
          <a:prstGeom prst="rect">
            <a:avLst/>
          </a:prstGeom>
          <a:solidFill>
            <a:srgbClr val="FFFFFF">
              <a:alpha val="9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2D095AC-BFE4-4531-BFF1-5850FBBF9415}"/>
              </a:ext>
            </a:extLst>
          </p:cNvPr>
          <p:cNvSpPr/>
          <p:nvPr/>
        </p:nvSpPr>
        <p:spPr>
          <a:xfrm>
            <a:off x="393699" y="850916"/>
            <a:ext cx="6893307" cy="516253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AE2AD1B2-4305-47EA-8946-287FCC2A24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952500"/>
            <a:ext cx="6718433" cy="1746504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Arial Black" panose="020B0A04020102020204" pitchFamily="34" charset="0"/>
              </a:rPr>
              <a:t>GAMEPLAY</a:t>
            </a:r>
            <a:b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Arial Black" panose="020B0A04020102020204" pitchFamily="34" charset="0"/>
              </a:rPr>
            </a:b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Arial Black" panose="020B0A04020102020204" pitchFamily="34" charset="0"/>
              </a:rPr>
              <a:t>DESCRIPTION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3B78649-4923-4431-9A5A-302E2FE0E8AD}"/>
              </a:ext>
            </a:extLst>
          </p:cNvPr>
          <p:cNvSpPr txBox="1"/>
          <p:nvPr/>
        </p:nvSpPr>
        <p:spPr>
          <a:xfrm>
            <a:off x="533400" y="2602206"/>
            <a:ext cx="6578733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IE" dirty="0">
              <a:latin typeface="Arial Black" panose="020B0A040201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E" dirty="0">
              <a:latin typeface="Arial Black" panose="020B0A040201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E" dirty="0">
                <a:latin typeface="Arial Black" panose="020B0A04020102020204" pitchFamily="34" charset="0"/>
              </a:rPr>
              <a:t>Collect all sorts of Kanye’s favourite foods – from Croissants to McDonald’s</a:t>
            </a:r>
            <a:br>
              <a:rPr lang="en-IE" dirty="0">
                <a:latin typeface="Arial Black" panose="020B0A04020102020204" pitchFamily="34" charset="0"/>
              </a:rPr>
            </a:br>
            <a:endParaRPr lang="en-IE" dirty="0">
              <a:latin typeface="Arial Black" panose="020B0A040201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E" dirty="0">
                <a:latin typeface="Arial Black" panose="020B0A04020102020204" pitchFamily="34" charset="0"/>
              </a:rPr>
              <a:t>Avoid other things dropping from the Eiffel Tower above.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E" dirty="0">
              <a:latin typeface="Arial Black" panose="020B0A040201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E" dirty="0">
                <a:latin typeface="Arial Black" panose="020B0A04020102020204" pitchFamily="34" charset="0"/>
              </a:rPr>
              <a:t>Background music – medleys based off of Kanye’s discography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304DD5BF-0617-4AC1-A13B-28696D10A17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99468" y="3429000"/>
            <a:ext cx="3998833" cy="2999125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9FC78463-8393-489B-B3A5-531B81F02CD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47229" y="413402"/>
            <a:ext cx="3903309" cy="26022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18896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picture containing fabric, table, red, covered&#10;&#10;Description automatically generated">
            <a:extLst>
              <a:ext uri="{FF2B5EF4-FFF2-40B4-BE49-F238E27FC236}">
                <a16:creationId xmlns:a16="http://schemas.microsoft.com/office/drawing/2014/main" id="{3104E514-3D4C-4211-A41C-ED1CBA4AFB0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0" y="10"/>
            <a:ext cx="12191979" cy="685799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7E0D703-B78D-4650-8798-FDA023EC3B5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36590" y="0"/>
            <a:ext cx="4019550" cy="678180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32BDA5B3-3D61-47DA-87CE-FEA70E15C9ED}"/>
              </a:ext>
            </a:extLst>
          </p:cNvPr>
          <p:cNvSpPr/>
          <p:nvPr/>
        </p:nvSpPr>
        <p:spPr>
          <a:xfrm>
            <a:off x="86636" y="437322"/>
            <a:ext cx="7261474" cy="5537200"/>
          </a:xfrm>
          <a:prstGeom prst="rect">
            <a:avLst/>
          </a:prstGeom>
          <a:solidFill>
            <a:srgbClr val="FFFFFF">
              <a:alpha val="9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65DED73-90A7-4E72-A628-44C64B8E042A}"/>
              </a:ext>
            </a:extLst>
          </p:cNvPr>
          <p:cNvSpPr/>
          <p:nvPr/>
        </p:nvSpPr>
        <p:spPr>
          <a:xfrm>
            <a:off x="261509" y="627838"/>
            <a:ext cx="6893307" cy="516253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5530490-2E09-4727-BE9E-E3339000A7CF}"/>
              </a:ext>
            </a:extLst>
          </p:cNvPr>
          <p:cNvSpPr txBox="1"/>
          <p:nvPr/>
        </p:nvSpPr>
        <p:spPr>
          <a:xfrm>
            <a:off x="335860" y="846206"/>
            <a:ext cx="5155096" cy="70788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E" sz="4000" dirty="0">
                <a:latin typeface="Arial Black" panose="020B0A04020102020204" pitchFamily="34" charset="0"/>
                <a:ea typeface="Artifakt Element" panose="020B0503050000020004" pitchFamily="34" charset="0"/>
              </a:rPr>
              <a:t>PILLARS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780BE40-473C-413E-8684-6184709DF15C}"/>
              </a:ext>
            </a:extLst>
          </p:cNvPr>
          <p:cNvSpPr txBox="1"/>
          <p:nvPr/>
        </p:nvSpPr>
        <p:spPr>
          <a:xfrm>
            <a:off x="335860" y="1985892"/>
            <a:ext cx="5155096" cy="230832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E" dirty="0">
                <a:latin typeface="Arial Black" panose="020B0A04020102020204" pitchFamily="34" charset="0"/>
              </a:rPr>
              <a:t>Every time catch ten items the rate at which they drop increases by .0000005.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E" dirty="0">
                <a:latin typeface="Arial Black" panose="020B0A04020102020204" pitchFamily="34" charset="0"/>
              </a:rPr>
              <a:t>Must avoid Drakes CLB album covers or be reset to 0.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E" dirty="0">
                <a:latin typeface="Arial Black" panose="020B0A04020102020204" pitchFamily="34" charset="0"/>
              </a:rPr>
              <a:t>Catch the ¥ to earn 2 points.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E" dirty="0">
                <a:latin typeface="Arial Black" panose="020B0A04020102020204" pitchFamily="34" charset="0"/>
              </a:rPr>
              <a:t>Beat the max score of 1,000,000 and win a free pair of </a:t>
            </a:r>
            <a:r>
              <a:rPr lang="en-IE" dirty="0" err="1">
                <a:latin typeface="Arial Black" panose="020B0A04020102020204" pitchFamily="34" charset="0"/>
              </a:rPr>
              <a:t>yeezys</a:t>
            </a:r>
            <a:r>
              <a:rPr lang="en-IE" dirty="0">
                <a:latin typeface="Arial Black" panose="020B0A04020102020204" pitchFamily="34" charset="0"/>
              </a:rPr>
              <a:t>.</a:t>
            </a:r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41306268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fabric, table, red, covered&#10;&#10;Description automatically generated">
            <a:extLst>
              <a:ext uri="{FF2B5EF4-FFF2-40B4-BE49-F238E27FC236}">
                <a16:creationId xmlns:a16="http://schemas.microsoft.com/office/drawing/2014/main" id="{600B7C44-B2F2-420B-8DF2-20F677F7465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0" y="10"/>
            <a:ext cx="12191979" cy="685799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7FD09B85-2340-4B7A-8D53-67FBA78A3282}"/>
              </a:ext>
            </a:extLst>
          </p:cNvPr>
          <p:cNvSpPr/>
          <p:nvPr/>
        </p:nvSpPr>
        <p:spPr>
          <a:xfrm>
            <a:off x="86636" y="437322"/>
            <a:ext cx="6221566" cy="5537200"/>
          </a:xfrm>
          <a:prstGeom prst="rect">
            <a:avLst/>
          </a:prstGeom>
          <a:solidFill>
            <a:srgbClr val="FFFFFF">
              <a:alpha val="9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71D29DE-BA8E-4BE1-A076-4B67600B2A02}"/>
              </a:ext>
            </a:extLst>
          </p:cNvPr>
          <p:cNvSpPr/>
          <p:nvPr/>
        </p:nvSpPr>
        <p:spPr>
          <a:xfrm>
            <a:off x="261510" y="627838"/>
            <a:ext cx="5906124" cy="516253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9DE0DAE-8C0B-4830-B268-503433414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600" y="961841"/>
            <a:ext cx="4487779" cy="1367422"/>
          </a:xfrm>
          <a:ln>
            <a:solidFill>
              <a:schemeClr val="tx1"/>
            </a:solidFill>
          </a:ln>
        </p:spPr>
        <p:txBody>
          <a:bodyPr>
            <a:normAutofit/>
          </a:bodyPr>
          <a:lstStyle/>
          <a:p>
            <a:r>
              <a:rPr lang="en-IE" sz="4000" dirty="0">
                <a:latin typeface="Arial Black" panose="020B0A04020102020204" pitchFamily="34" charset="0"/>
              </a:rPr>
              <a:t>FEATURES</a:t>
            </a:r>
          </a:p>
        </p:txBody>
      </p:sp>
      <p:pic>
        <p:nvPicPr>
          <p:cNvPr id="13" name="Content Placeholder 12">
            <a:extLst>
              <a:ext uri="{FF2B5EF4-FFF2-40B4-BE49-F238E27FC236}">
                <a16:creationId xmlns:a16="http://schemas.microsoft.com/office/drawing/2014/main" id="{DF16981D-6CA8-495B-8D3B-93CABA90350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85184" y="1253331"/>
            <a:ext cx="6221566" cy="4351337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36195" dist="12700" dir="11400000" algn="tl" rotWithShape="0">
              <a:srgbClr val="000000">
                <a:alpha val="33000"/>
              </a:srgbClr>
            </a:outerShdw>
          </a:effectLst>
          <a:scene3d>
            <a:camera prst="perspectiveContrastingLeftFacing">
              <a:rot lat="540000" lon="2100000" rev="0"/>
            </a:camera>
            <a:lightRig rig="soft" dir="t"/>
          </a:scene3d>
          <a:sp3d contourW="12700" prstMaterial="matte">
            <a:bevelT w="63500" h="50800"/>
            <a:contourClr>
              <a:srgbClr val="C0C0C0"/>
            </a:contourClr>
          </a:sp3d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5BF4EBB5-558F-40B8-BEF3-F194806D10E3}"/>
              </a:ext>
            </a:extLst>
          </p:cNvPr>
          <p:cNvSpPr txBox="1"/>
          <p:nvPr/>
        </p:nvSpPr>
        <p:spPr>
          <a:xfrm>
            <a:off x="482600" y="2742346"/>
            <a:ext cx="4487779" cy="28623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E" dirty="0">
                <a:latin typeface="Arial Black" panose="020B0A04020102020204" pitchFamily="34" charset="0"/>
              </a:rPr>
              <a:t>Real Kanye West including face and Voice Acting.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E" dirty="0">
                <a:latin typeface="Arial Black" panose="020B0A04020102020204" pitchFamily="34" charset="0"/>
              </a:rPr>
              <a:t>Features the hit song </a:t>
            </a:r>
            <a:r>
              <a:rPr lang="en-IE" dirty="0" err="1">
                <a:latin typeface="Arial Black" panose="020B0A04020102020204" pitchFamily="34" charset="0"/>
              </a:rPr>
              <a:t>Homies</a:t>
            </a:r>
            <a:r>
              <a:rPr lang="en-IE" dirty="0">
                <a:latin typeface="Arial Black" panose="020B0A04020102020204" pitchFamily="34" charset="0"/>
              </a:rPr>
              <a:t> in Paris.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E" dirty="0">
                <a:latin typeface="Arial Black" panose="020B0A04020102020204" pitchFamily="34" charset="0"/>
              </a:rPr>
              <a:t>Unlock new characters by earning in game currency from playing.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E" dirty="0">
                <a:latin typeface="Arial Black" panose="020B0A04020102020204" pitchFamily="34" charset="0"/>
              </a:rPr>
              <a:t>Unlockable characters include,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E" dirty="0">
                <a:latin typeface="Arial Black" panose="020B0A04020102020204" pitchFamily="34" charset="0"/>
              </a:rPr>
              <a:t>Travis Scott and Kim </a:t>
            </a:r>
            <a:r>
              <a:rPr lang="en-IE" dirty="0" err="1">
                <a:latin typeface="Arial Black" panose="020B0A04020102020204" pitchFamily="34" charset="0"/>
              </a:rPr>
              <a:t>Kardashain</a:t>
            </a:r>
            <a:r>
              <a:rPr lang="en-IE">
                <a:latin typeface="Arial Black" panose="020B0A04020102020204" pitchFamily="34" charset="0"/>
              </a:rPr>
              <a:t>.</a:t>
            </a:r>
            <a:endParaRPr lang="en-IE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2762650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avonVTI">
  <a:themeElements>
    <a:clrScheme name="Custom 38">
      <a:dk1>
        <a:sysClr val="windowText" lastClr="000000"/>
      </a:dk1>
      <a:lt1>
        <a:sysClr val="window" lastClr="FFFFFF"/>
      </a:lt1>
      <a:dk2>
        <a:srgbClr val="505046"/>
      </a:dk2>
      <a:lt2>
        <a:srgbClr val="EEECE1"/>
      </a:lt2>
      <a:accent1>
        <a:srgbClr val="EE462D"/>
      </a:accent1>
      <a:accent2>
        <a:srgbClr val="595A85"/>
      </a:accent2>
      <a:accent3>
        <a:srgbClr val="8D6F5B"/>
      </a:accent3>
      <a:accent4>
        <a:srgbClr val="FABD2F"/>
      </a:accent4>
      <a:accent5>
        <a:srgbClr val="AF8073"/>
      </a:accent5>
      <a:accent6>
        <a:srgbClr val="787880"/>
      </a:accent6>
      <a:hlink>
        <a:srgbClr val="CC8D00"/>
      </a:hlink>
      <a:folHlink>
        <a:srgbClr val="82829E"/>
      </a:folHlink>
    </a:clrScheme>
    <a:fontScheme name="Savon">
      <a:majorFont>
        <a:latin typeface="Avenir Next LT Pro Light" panose="02020404030301010803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venir Next LT Pro" panose="02020404030301010803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Savo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5000"/>
                <a:lumMod val="105000"/>
              </a:schemeClr>
            </a:gs>
            <a:gs pos="100000">
              <a:schemeClr val="phClr">
                <a:tint val="65000"/>
                <a:satMod val="100000"/>
                <a:lumMod val="10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0000"/>
                <a:lumMod val="100000"/>
              </a:schemeClr>
            </a:gs>
            <a:gs pos="50000">
              <a:schemeClr val="phClr">
                <a:shade val="99000"/>
                <a:satMod val="105000"/>
                <a:lumMod val="100000"/>
              </a:schemeClr>
            </a:gs>
            <a:gs pos="100000">
              <a:schemeClr val="phClr">
                <a:shade val="98000"/>
                <a:satMod val="105000"/>
                <a:lumMod val="100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1270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4200000"/>
            </a:lightRig>
          </a:scene3d>
          <a:sp3d prstMaterial="flat">
            <a:bevelT w="50800" h="63500" prst="rible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hade val="100000"/>
                <a:satMod val="300000"/>
              </a:schemeClr>
            </a:gs>
            <a:gs pos="100000">
              <a:schemeClr val="phClr">
                <a:tint val="100000"/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2000"/>
                <a:satMod val="115000"/>
              </a:schemeClr>
            </a:duotone>
          </a:blip>
          <a:tile tx="0" ty="0" sx="60000" sy="6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NE.pptx" id="{5330A5D3-B581-4B4A-9313-9275B6EF2E52}" vid="{516C64E9-C0AA-46DA-9991-9C0EC881A8B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Floral flourish</Template>
  <TotalTime>0</TotalTime>
  <Words>176</Words>
  <Application>Microsoft Office PowerPoint</Application>
  <PresentationFormat>Widescreen</PresentationFormat>
  <Paragraphs>29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2" baseType="lpstr">
      <vt:lpstr>Arial</vt:lpstr>
      <vt:lpstr>Arial Black</vt:lpstr>
      <vt:lpstr>Artifakt Element</vt:lpstr>
      <vt:lpstr>Avenir Next LT Pro</vt:lpstr>
      <vt:lpstr>Avenir Next LT Pro Light</vt:lpstr>
      <vt:lpstr>Garamond</vt:lpstr>
      <vt:lpstr>SavonVTI</vt:lpstr>
      <vt:lpstr>HUNGRY HUNGRY YE</vt:lpstr>
      <vt:lpstr>ELEVATOR PITCH</vt:lpstr>
      <vt:lpstr>GAMEPLAY DESCRIPTION</vt:lpstr>
      <vt:lpstr>PowerPoint Presentation</vt:lpstr>
      <vt:lpstr>FEATURES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2021-11-26T10:29:54Z</dcterms:created>
  <dcterms:modified xsi:type="dcterms:W3CDTF">2021-11-26T11:02:51Z</dcterms:modified>
</cp:coreProperties>
</file>